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E-Commerce Sales Analytics &amp;</a:t>
            </a:r>
            <a:br/>
            <a:r>
              <a:t>Performance Dashboard</a:t>
            </a:r>
          </a:p>
          <a:p>
            <a:pPr>
              <a:spcBef>
                <a:spcPts val="1500"/>
              </a:spcBef>
              <a:defRPr sz="2200">
                <a:solidFill>
                  <a:srgbClr val="2563EB"/>
                </a:solidFill>
                <a:latin typeface="Segoe UI"/>
              </a:defRPr>
            </a:pPr>
            <a:r>
              <a:t>Capstone Project Presentation</a:t>
            </a:r>
          </a:p>
          <a:p>
            <a:pPr>
              <a:spcBef>
                <a:spcPts val="30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Presenter: Farhan Sayyed  |  Repository: officialfarhansayyed-prog/my-first-repo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EXECUTIVE SUMMARY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Project Overview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Segoe UI"/>
              </a:defRPr>
            </a:pPr>
            <a:r>
              <a:t>Goal &amp; Scope</a:t>
            </a:r>
          </a:p>
          <a:p>
            <a:pPr>
              <a:spcBef>
                <a:spcPts val="1500"/>
              </a:spcBef>
              <a:defRPr sz="1400">
                <a:solidFill>
                  <a:srgbClr val="0F172A"/>
                </a:solidFill>
                <a:latin typeface="Segoe UI"/>
              </a:defRPr>
            </a:pPr>
            <a:r>
              <a:t>Analyze 1,200 e-commerce transaction records to uncover revenue drivers, evaluate sales channels, and resolve operational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Segoe UI"/>
              </a:defRPr>
            </a:pPr>
            <a:r>
              <a:t>Core Problem</a:t>
            </a:r>
          </a:p>
          <a:p>
            <a:pPr>
              <a:spcBef>
                <a:spcPts val="1500"/>
              </a:spcBef>
              <a:defRPr sz="1400">
                <a:solidFill>
                  <a:srgbClr val="0F172A"/>
                </a:solidFill>
                <a:latin typeface="Segoe UI"/>
              </a:defRPr>
            </a:pPr>
            <a:r>
              <a:t>Significant potential revenue is lost due to high customer order cancellation and return rates (~41.4% leakage).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Segoe UI"/>
              </a:defRPr>
            </a:pPr>
            <a:r>
              <a:t>Key Tools Used</a:t>
            </a:r>
          </a:p>
          <a:p>
            <a:pPr>
              <a:spcBef>
                <a:spcPts val="1500"/>
              </a:spcBef>
              <a:defRPr sz="1400">
                <a:solidFill>
                  <a:srgbClr val="0F172A"/>
                </a:solidFill>
                <a:latin typeface="Segoe UI"/>
              </a:defRPr>
            </a:pPr>
            <a:r>
              <a:t>• Git &amp; GitHub: Version control</a:t>
            </a:r>
            <a:br/>
            <a:r>
              <a:t>• Python (Colab): Cleaning &amp; EDA</a:t>
            </a:r>
            <a:br/>
            <a:r>
              <a:t>• Power BI: Executive dashboard</a:t>
            </a:r>
            <a:br/>
            <a:r>
              <a:t>• Markdown: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DATA PIPELINE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Version Control &amp; Data Preparation (Tasks 1–3)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Tasks 1 &amp; 2: Version Control Workflow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Repository Setup: Created and cloned public repository 'my-first-repo'.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Git Commands: Practiced full workflow using git add, git commit, git push, and git pull.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Commit History: Maintained 7+ traceable commits across python scripts, config files, and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Task 3: Data Sanitation &amp; Prep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Missing Values: Imputed 309 missing CouponCode entries with 'None' to represent non-discount purchases.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Data Parsing: Converted Date strings to datetime64 for accurate time-series analysis.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Integrity Verification: Verified 0 duplicate rows across all 1,200 records.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Output: Exported Cleaned_ECommerce_Dataset.csv.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DATA INSIGHTS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Exploratory Data Analysis &amp; Visualizations (Tasks 4–5)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$1.26M</a:t>
            </a:r>
          </a:p>
          <a:p>
            <a:pPr algn="ctr">
              <a:defRPr sz="1100">
                <a:solidFill>
                  <a:srgbClr val="2563EB"/>
                </a:solidFill>
              </a:defRPr>
            </a:pPr>
            <a:r>
              <a:t>Gross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$1,053.97</a:t>
            </a:r>
          </a:p>
          <a:p>
            <a:pPr algn="ctr">
              <a:defRPr sz="1100">
                <a:solidFill>
                  <a:srgbClr val="2563EB"/>
                </a:solidFill>
              </a:defRPr>
            </a:pPr>
            <a:r>
              <a:t>Average Order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2918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645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0.72</a:t>
            </a:r>
          </a:p>
          <a:p>
            <a:pPr algn="ctr">
              <a:defRPr sz="1100">
                <a:solidFill>
                  <a:srgbClr val="2563EB"/>
                </a:solidFill>
              </a:defRPr>
            </a:pPr>
            <a:r>
              <a:t>Price-Total Correlation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698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Key EDA &amp; Visualization Findings: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• Top Grossing Products: Chairs ($195.6K), Printers ($195.6K), and Laptops ($192.1K) generate the largest revenue share.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• Payment Method Trends: Credit Card orders produce the highest AOV ($1,127.55) compared to Debit Cards ($1,001.56).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• Operational Bottleneck: 41.42% of total orders (497 transactions) are Cancelled or Returned, leaking over $519K in revenue.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• Outlier Auditing: Identified 8 legitimate high-value transactions peaking at $3,456.40.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BUSINESS INTELLIGENCE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Power BI Executive Sales Dashboard (Task 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Total Revenue</a:t>
            </a:r>
          </a:p>
          <a:p>
            <a:pPr algn="ctr">
              <a:defRPr sz="2000" b="1">
                <a:solidFill>
                  <a:srgbClr val="2563EB"/>
                </a:solidFill>
              </a:defRPr>
            </a:pPr>
            <a:r>
              <a:t>$1,264,761.96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Total Orders</a:t>
            </a:r>
          </a:p>
          <a:p>
            <a:pPr algn="ctr">
              <a:defRPr sz="2000" b="1">
                <a:solidFill>
                  <a:srgbClr val="2563EB"/>
                </a:solidFill>
              </a:defRPr>
            </a:pPr>
            <a:r>
              <a:t>1,200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Average Order Value</a:t>
            </a:r>
          </a:p>
          <a:p>
            <a:pPr algn="ctr">
              <a:defRPr sz="2000" b="1">
                <a:solidFill>
                  <a:srgbClr val="2563EB"/>
                </a:solidFill>
              </a:defRPr>
            </a:pPr>
            <a:r>
              <a:t>$1,053.97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737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Fulfillment Rate</a:t>
            </a:r>
          </a:p>
          <a:p>
            <a:pPr algn="ctr">
              <a:defRPr sz="2000" b="1">
                <a:solidFill>
                  <a:srgbClr val="2563EB"/>
                </a:solidFill>
              </a:defRPr>
            </a:pPr>
            <a:r>
              <a:t>19.18%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06984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Dashboard Structure &amp; Implementation ((Week 6) Task 6.pbix):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KPI Cards: Custom DAX measures for Total Revenue, Total Orders, AOV, and Fulfillment Rate.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Core Visualizations: Revenue by Product (Bar Chart), Monthly Revenue Trend (Line Chart), Order Status Share (Donut Chart), and AOV by Referral Source (Column Chart).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Interactive Slicers: Filter by Date Range, Order Status, and Payment Method.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STRATEGIC OUTCOMES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Insights, Recommendations &amp; Deliverables (Tasks 7–8)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Task 7: Insights &amp; Strategy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Revenue Leakage: 497 orders lost to cancellations/returns ($519.6K loss).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Top Channels: Instagram ($275.3K) &amp; Email ($261.8K) dominate acquisition.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Recommendation 1: Optimize post-checkout delivery tracking to reduce cancellations to 20% (recovering ~$250K).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Recommendation 2: Focus marketing budget on Instagram &amp; offer credit incentives on premium electronics.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Task 8: GitHub Deliverables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✔  (Week 6) Task 6.pbix — Power BI Dashboard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✔  Capstone.ipynb — Google Colab Notebook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✔  Cleaned_ECommerce_Dataset.csv — Processed dataset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✔  task 7 — Detailed Insights &amp; Recommendations PDF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✔  README.md — Complete project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